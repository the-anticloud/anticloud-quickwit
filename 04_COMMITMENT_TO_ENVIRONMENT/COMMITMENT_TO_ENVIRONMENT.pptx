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QUICKWIT | Category: SEARCH_ENGINES</a:t>
            </a:r>
          </a:p>
          <a:p>
            <a:r>
              <a:rPr sz="1400"/>
              <a:t>Upstream: https://github.com/quickwit-oss/quickwit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QUICKWIT.</a:t>
            </a:r>
          </a:p>
          <a:p>
            <a:r>
              <a:rPr sz="1400"/>
              <a:t>Cloud-native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QUICKWIT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